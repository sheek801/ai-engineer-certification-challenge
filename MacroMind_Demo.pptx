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strong-caring-production-50e7.up.railway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6400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MacroMind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nutritionist that remembers you.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1600" y="3108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downloaded the app. You tracked for a week.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life happened."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Risheek Somu  |  AI Engineering Bootcamp (AIE9)  |  Demo Day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Nutrition Tools Are Broken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234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MyFitnessPal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Backward-looking logging.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track what you already ate.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intelligence. No strategy.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37560" y="109728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344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472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47472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but forgets everything.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resets.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tracking, no persistence.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26480" y="109728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23444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636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Meal Plans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26364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when real life happens.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missed day = start over.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adapt to you.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383280"/>
            <a:ext cx="8046720" cy="100584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16" name="Text 11"/>
          <p:cNvSpPr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23M+ 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actively trying to lose weight. </a:t>
            </a:r>
            <a:pPr algn="ctr" indent="0" marL="0">
              <a:buNone/>
            </a:pPr>
            <a:r>
              <a:rPr lang="en-US" sz="1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quit within 2 weeks.</a:t>
            </a:r>
            <a:endParaRPr lang="en-US" sz="3200" dirty="0"/>
          </a:p>
        </p:txBody>
      </p:sp>
      <p:sp>
        <p:nvSpPr>
          <p:cNvPr id="17" name="Text 1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no tool is conversational, persistent, AND intelligent.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MacroMind: 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nutritionist that remembers you.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1280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text what you ate. No forms, no barcode scanning, no friction.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840480" cy="1280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Shape 8"/>
          <p:cNvSpPr/>
          <p:nvPr/>
        </p:nvSpPr>
        <p:spPr>
          <a:xfrm>
            <a:off x="4937760" y="178308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9202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76072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your profile, history, and goals across every session.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017520"/>
            <a:ext cx="3840480" cy="1280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333756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747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Specialized Tools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554480" y="3520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 data, web search, meal logging, TDEE calc, recipes, progress analysis.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3017520"/>
            <a:ext cx="3840480" cy="1280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Shape 16"/>
          <p:cNvSpPr/>
          <p:nvPr/>
        </p:nvSpPr>
        <p:spPr>
          <a:xfrm>
            <a:off x="4937760" y="333756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4747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760720" y="3520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 for calories, macros, streaks, and weekly trends.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LangGraph + GPT-4o-mini + SQLite + Chainlit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43000" y="10972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4016" y="12344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Texts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had chicken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 for lunch"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09728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329184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2344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748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69748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right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automatically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40680" y="109728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0"/>
          <p:cNvSpPr/>
          <p:nvPr/>
        </p:nvSpPr>
        <p:spPr>
          <a:xfrm>
            <a:off x="54406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12344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Execute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84632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meal, looks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macros, updates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589520" y="10972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4"/>
          <p:cNvSpPr/>
          <p:nvPr/>
        </p:nvSpPr>
        <p:spPr>
          <a:xfrm>
            <a:off x="7589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9951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Response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99516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reply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stats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3017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Specialized Agent Tools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99516" y="35204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361188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25196" y="4069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1906524" y="35204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7964" y="361188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32204" y="4069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113532" y="35204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4972" y="361188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839212" y="4069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320540" y="35204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1980" y="3611880"/>
            <a:ext cx="320040" cy="32004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046220" y="4069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TDEE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5527548" y="35204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8988" y="3611880"/>
            <a:ext cx="320040" cy="32004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253228" y="4069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6734556" y="35204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5996" y="3611880"/>
            <a:ext cx="320040" cy="32004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460236" y="4069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1" name="Shape 30"/>
          <p:cNvSpPr/>
          <p:nvPr/>
        </p:nvSpPr>
        <p:spPr>
          <a:xfrm>
            <a:off x="7941564" y="35204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3004" y="3611880"/>
            <a:ext cx="320040" cy="32004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667244" y="4069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 me show you."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0" y="2240280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password auth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2606040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2606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user profile (weight, height, age, activity)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2971800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2971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TDEE (daily calorie target)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11680" y="3337560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0" y="3337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meal using natural language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11680" y="3703320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0" y="3703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daily summary with remaining calories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011680" y="4069080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2011680" y="4069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Dashboard — see Plotly charts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0" y="4434840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2011680" y="4434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7744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page — data persists across sessions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0040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seconds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MyFitnessPal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($80/yr)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($200/yr)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MacroMind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Calorie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Breakdown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TDEE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Science-Backed 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USDA Data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5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114800"/>
            <a:ext cx="8046720" cy="73152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MacroMind is the only tool that combines conversational AI + persistent memory + science-backed nutrition intelligence.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64008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authentication for broader access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847088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847088"/>
            <a:ext cx="64008" cy="64008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842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892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Meal Logging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71600" y="21671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picture of your plate, auto-detect food and log macros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596896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2596896"/>
            <a:ext cx="64008" cy="64008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34056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6426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Goal-Aware Coaching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71600" y="29169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"You'll hit 165 lbs by June at this rate" — proactive suggestions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346704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3346704"/>
            <a:ext cx="64008" cy="64008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83864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33924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371600" y="366674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trend analysis and actionable insights via email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4096512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48640" y="4096512"/>
            <a:ext cx="64008" cy="64008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3367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4142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PWA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371600" y="44165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for on-the-go nutrition tracking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 Right Now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64008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1371600" y="1874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u="sng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strong-caring-production-50e7.up.railway.app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</a:t>
            </a:r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macromind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LangGraph  |  GPT-4o-mini  |  SQLite  |  Chainlit  |  Railway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Risheek Somu  |  AI Engineering Bootcamp (AIE9)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MacroMind - AI Nutrition Intelligence</dc:title>
  <dc:subject>PptxGenJS Presentation</dc:subject>
  <dc:creator>Risheek Somu</dc:creator>
  <cp:lastModifiedBy>Risheek Somu</cp:lastModifiedBy>
  <cp:revision>1</cp:revision>
  <dcterms:created xsi:type="dcterms:W3CDTF">2026-03-17T03:09:20Z</dcterms:created>
  <dcterms:modified xsi:type="dcterms:W3CDTF">2026-03-17T03:09:20Z</dcterms:modified>
</cp:coreProperties>
</file>